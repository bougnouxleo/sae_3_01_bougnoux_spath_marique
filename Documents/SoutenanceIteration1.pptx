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0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C7FFD0-835B-4F0B-B8C1-723D0979613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684980C-DA6F-4D5C-BF14-9F8E973DD607}">
      <dgm:prSet/>
      <dgm:spPr/>
      <dgm:t>
        <a:bodyPr/>
        <a:lstStyle/>
        <a:p>
          <a:r>
            <a:rPr lang="fr-FR"/>
            <a:t>Implémenter BD ou Sérialisation</a:t>
          </a:r>
          <a:endParaRPr lang="en-US"/>
        </a:p>
      </dgm:t>
    </dgm:pt>
    <dgm:pt modelId="{774FB741-D9EF-48CB-8F15-79017F5FDB9E}" type="parTrans" cxnId="{909B06FD-A8EA-4172-B34C-C45B01BA48B9}">
      <dgm:prSet/>
      <dgm:spPr/>
      <dgm:t>
        <a:bodyPr/>
        <a:lstStyle/>
        <a:p>
          <a:endParaRPr lang="en-US"/>
        </a:p>
      </dgm:t>
    </dgm:pt>
    <dgm:pt modelId="{BC1B2911-3681-49BB-A555-056CE842755E}" type="sibTrans" cxnId="{909B06FD-A8EA-4172-B34C-C45B01BA48B9}">
      <dgm:prSet/>
      <dgm:spPr/>
      <dgm:t>
        <a:bodyPr/>
        <a:lstStyle/>
        <a:p>
          <a:endParaRPr lang="en-US"/>
        </a:p>
      </dgm:t>
    </dgm:pt>
    <dgm:pt modelId="{8B89A892-68DE-46EA-8057-852AB8975DDD}">
      <dgm:prSet/>
      <dgm:spPr/>
      <dgm:t>
        <a:bodyPr/>
        <a:lstStyle/>
        <a:p>
          <a:r>
            <a:rPr lang="fr-FR"/>
            <a:t>Mise en place d’une fabrique pour carteTache en fonction des vues</a:t>
          </a:r>
          <a:endParaRPr lang="en-US"/>
        </a:p>
      </dgm:t>
    </dgm:pt>
    <dgm:pt modelId="{97CC6B8F-4F41-4498-B90C-684FF04C3620}" type="parTrans" cxnId="{700D35A0-C904-41BF-8D89-7A36A35499D1}">
      <dgm:prSet/>
      <dgm:spPr/>
      <dgm:t>
        <a:bodyPr/>
        <a:lstStyle/>
        <a:p>
          <a:endParaRPr lang="en-US"/>
        </a:p>
      </dgm:t>
    </dgm:pt>
    <dgm:pt modelId="{68A7BF3B-664E-4C1A-90FB-64853D81B4D3}" type="sibTrans" cxnId="{700D35A0-C904-41BF-8D89-7A36A35499D1}">
      <dgm:prSet/>
      <dgm:spPr/>
      <dgm:t>
        <a:bodyPr/>
        <a:lstStyle/>
        <a:p>
          <a:endParaRPr lang="en-US"/>
        </a:p>
      </dgm:t>
    </dgm:pt>
    <dgm:pt modelId="{051D23F6-57C5-4E1D-A25E-1CC663B1DA25}">
      <dgm:prSet/>
      <dgm:spPr/>
      <dgm:t>
        <a:bodyPr/>
        <a:lstStyle/>
        <a:p>
          <a:r>
            <a:rPr lang="fr-FR"/>
            <a:t>Affiche détail d’une tâche</a:t>
          </a:r>
          <a:endParaRPr lang="en-US"/>
        </a:p>
      </dgm:t>
    </dgm:pt>
    <dgm:pt modelId="{33E49754-265D-4E7B-92E1-52B1613EF2C3}" type="parTrans" cxnId="{0BB458A8-F92E-4FC0-97CE-B3BEEB22B94C}">
      <dgm:prSet/>
      <dgm:spPr/>
      <dgm:t>
        <a:bodyPr/>
        <a:lstStyle/>
        <a:p>
          <a:endParaRPr lang="en-US"/>
        </a:p>
      </dgm:t>
    </dgm:pt>
    <dgm:pt modelId="{92646D48-023A-40D7-BC5F-F4D64B7CE065}" type="sibTrans" cxnId="{0BB458A8-F92E-4FC0-97CE-B3BEEB22B94C}">
      <dgm:prSet/>
      <dgm:spPr/>
      <dgm:t>
        <a:bodyPr/>
        <a:lstStyle/>
        <a:p>
          <a:endParaRPr lang="en-US"/>
        </a:p>
      </dgm:t>
    </dgm:pt>
    <dgm:pt modelId="{07130BCD-11AD-4ED7-9D96-FE2EED5C09A6}">
      <dgm:prSet/>
      <dgm:spPr/>
      <dgm:t>
        <a:bodyPr/>
        <a:lstStyle/>
        <a:p>
          <a:r>
            <a:rPr lang="fr-FR"/>
            <a:t>Lancement de l’application</a:t>
          </a:r>
          <a:endParaRPr lang="en-US"/>
        </a:p>
      </dgm:t>
    </dgm:pt>
    <dgm:pt modelId="{8C777E6E-3A34-4B34-94C0-B893D9C13E2E}" type="parTrans" cxnId="{E8AE820D-425C-4744-B95E-00545AC90DEC}">
      <dgm:prSet/>
      <dgm:spPr/>
      <dgm:t>
        <a:bodyPr/>
        <a:lstStyle/>
        <a:p>
          <a:endParaRPr lang="en-US"/>
        </a:p>
      </dgm:t>
    </dgm:pt>
    <dgm:pt modelId="{BA7CFC15-2F54-41A2-A164-71657A798519}" type="sibTrans" cxnId="{E8AE820D-425C-4744-B95E-00545AC90DEC}">
      <dgm:prSet/>
      <dgm:spPr/>
      <dgm:t>
        <a:bodyPr/>
        <a:lstStyle/>
        <a:p>
          <a:endParaRPr lang="en-US"/>
        </a:p>
      </dgm:t>
    </dgm:pt>
    <dgm:pt modelId="{B0A3CB19-02B5-4DEA-8926-E3CDB5A25D2C}">
      <dgm:prSet/>
      <dgm:spPr/>
      <dgm:t>
        <a:bodyPr/>
        <a:lstStyle/>
        <a:p>
          <a:r>
            <a:rPr lang="fr-FR"/>
            <a:t>gestion des dates</a:t>
          </a:r>
          <a:endParaRPr lang="en-US"/>
        </a:p>
      </dgm:t>
    </dgm:pt>
    <dgm:pt modelId="{8C88C61A-DCDB-4E8B-9F06-75DA419D7A40}" type="parTrans" cxnId="{137DE630-0FC1-430A-A8DE-1F6561429CA2}">
      <dgm:prSet/>
      <dgm:spPr/>
      <dgm:t>
        <a:bodyPr/>
        <a:lstStyle/>
        <a:p>
          <a:endParaRPr lang="en-US"/>
        </a:p>
      </dgm:t>
    </dgm:pt>
    <dgm:pt modelId="{F8F33948-3DE9-411E-8BA4-5D7BC4AFE7F1}" type="sibTrans" cxnId="{137DE630-0FC1-430A-A8DE-1F6561429CA2}">
      <dgm:prSet/>
      <dgm:spPr/>
      <dgm:t>
        <a:bodyPr/>
        <a:lstStyle/>
        <a:p>
          <a:endParaRPr lang="en-US"/>
        </a:p>
      </dgm:t>
    </dgm:pt>
    <dgm:pt modelId="{456B2ADA-2D56-4A38-A809-86693BA66880}">
      <dgm:prSet/>
      <dgm:spPr/>
      <dgm:t>
        <a:bodyPr/>
        <a:lstStyle/>
        <a:p>
          <a:r>
            <a:rPr lang="fr-FR"/>
            <a:t>Gestion des dépendances</a:t>
          </a:r>
          <a:endParaRPr lang="en-US"/>
        </a:p>
      </dgm:t>
    </dgm:pt>
    <dgm:pt modelId="{29F4138B-DA1A-44C4-B359-934B6AAAB8E2}" type="parTrans" cxnId="{299DDE3E-28B6-4ED9-ACEC-3AFFF232F8DC}">
      <dgm:prSet/>
      <dgm:spPr/>
      <dgm:t>
        <a:bodyPr/>
        <a:lstStyle/>
        <a:p>
          <a:endParaRPr lang="en-US"/>
        </a:p>
      </dgm:t>
    </dgm:pt>
    <dgm:pt modelId="{D417527C-697C-4FA6-8EB1-F304BBB362B4}" type="sibTrans" cxnId="{299DDE3E-28B6-4ED9-ACEC-3AFFF232F8DC}">
      <dgm:prSet/>
      <dgm:spPr/>
      <dgm:t>
        <a:bodyPr/>
        <a:lstStyle/>
        <a:p>
          <a:endParaRPr lang="en-US"/>
        </a:p>
      </dgm:t>
    </dgm:pt>
    <dgm:pt modelId="{210A3967-EEFC-481A-9C8E-160AD6B501BA}" type="pres">
      <dgm:prSet presAssocID="{95C7FFD0-835B-4F0B-B8C1-723D09796137}" presName="linear" presStyleCnt="0">
        <dgm:presLayoutVars>
          <dgm:animLvl val="lvl"/>
          <dgm:resizeHandles val="exact"/>
        </dgm:presLayoutVars>
      </dgm:prSet>
      <dgm:spPr/>
    </dgm:pt>
    <dgm:pt modelId="{A5C5F9B2-24F7-4E4A-9DBF-60F29BDA2C41}" type="pres">
      <dgm:prSet presAssocID="{9684980C-DA6F-4D5C-BF14-9F8E973DD60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4629773-6E8B-45AF-9652-BB3CE2CE2E8F}" type="pres">
      <dgm:prSet presAssocID="{BC1B2911-3681-49BB-A555-056CE842755E}" presName="spacer" presStyleCnt="0"/>
      <dgm:spPr/>
    </dgm:pt>
    <dgm:pt modelId="{EADE88EB-A858-4F6B-85E7-B3B1029CCF3B}" type="pres">
      <dgm:prSet presAssocID="{8B89A892-68DE-46EA-8057-852AB8975DD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A776282-4351-49A6-992E-F873E0316EE6}" type="pres">
      <dgm:prSet presAssocID="{68A7BF3B-664E-4C1A-90FB-64853D81B4D3}" presName="spacer" presStyleCnt="0"/>
      <dgm:spPr/>
    </dgm:pt>
    <dgm:pt modelId="{59B5270B-0B0E-4F26-8971-B98AB351BAD6}" type="pres">
      <dgm:prSet presAssocID="{051D23F6-57C5-4E1D-A25E-1CC663B1DA2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35D768E-0129-4EE0-BB56-59A4EE8EFE76}" type="pres">
      <dgm:prSet presAssocID="{92646D48-023A-40D7-BC5F-F4D64B7CE065}" presName="spacer" presStyleCnt="0"/>
      <dgm:spPr/>
    </dgm:pt>
    <dgm:pt modelId="{7391DAFD-8097-4394-971E-E3947BB8B865}" type="pres">
      <dgm:prSet presAssocID="{07130BCD-11AD-4ED7-9D96-FE2EED5C09A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922BDFE-D27F-4895-815F-C6BC9AD778F3}" type="pres">
      <dgm:prSet presAssocID="{BA7CFC15-2F54-41A2-A164-71657A798519}" presName="spacer" presStyleCnt="0"/>
      <dgm:spPr/>
    </dgm:pt>
    <dgm:pt modelId="{97C5ACC3-6B7B-4535-93A9-ADF8417BD3D8}" type="pres">
      <dgm:prSet presAssocID="{B0A3CB19-02B5-4DEA-8926-E3CDB5A25D2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EB7A4ADF-75E9-44C7-B890-5F6D9A6EBB76}" type="pres">
      <dgm:prSet presAssocID="{F8F33948-3DE9-411E-8BA4-5D7BC4AFE7F1}" presName="spacer" presStyleCnt="0"/>
      <dgm:spPr/>
    </dgm:pt>
    <dgm:pt modelId="{15E6F452-2159-44F5-AA60-7D4AF0D0BDE8}" type="pres">
      <dgm:prSet presAssocID="{456B2ADA-2D56-4A38-A809-86693BA6688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8AE820D-425C-4744-B95E-00545AC90DEC}" srcId="{95C7FFD0-835B-4F0B-B8C1-723D09796137}" destId="{07130BCD-11AD-4ED7-9D96-FE2EED5C09A6}" srcOrd="3" destOrd="0" parTransId="{8C777E6E-3A34-4B34-94C0-B893D9C13E2E}" sibTransId="{BA7CFC15-2F54-41A2-A164-71657A798519}"/>
    <dgm:cxn modelId="{15E0302F-CE40-4B94-999B-E64349F2DF2C}" type="presOf" srcId="{051D23F6-57C5-4E1D-A25E-1CC663B1DA25}" destId="{59B5270B-0B0E-4F26-8971-B98AB351BAD6}" srcOrd="0" destOrd="0" presId="urn:microsoft.com/office/officeart/2005/8/layout/vList2"/>
    <dgm:cxn modelId="{AADCF82F-388C-42EC-B923-08DEA257CEEF}" type="presOf" srcId="{95C7FFD0-835B-4F0B-B8C1-723D09796137}" destId="{210A3967-EEFC-481A-9C8E-160AD6B501BA}" srcOrd="0" destOrd="0" presId="urn:microsoft.com/office/officeart/2005/8/layout/vList2"/>
    <dgm:cxn modelId="{137DE630-0FC1-430A-A8DE-1F6561429CA2}" srcId="{95C7FFD0-835B-4F0B-B8C1-723D09796137}" destId="{B0A3CB19-02B5-4DEA-8926-E3CDB5A25D2C}" srcOrd="4" destOrd="0" parTransId="{8C88C61A-DCDB-4E8B-9F06-75DA419D7A40}" sibTransId="{F8F33948-3DE9-411E-8BA4-5D7BC4AFE7F1}"/>
    <dgm:cxn modelId="{99BDF33C-2BEF-4DAD-A74F-3CE9AA7B6A3C}" type="presOf" srcId="{456B2ADA-2D56-4A38-A809-86693BA66880}" destId="{15E6F452-2159-44F5-AA60-7D4AF0D0BDE8}" srcOrd="0" destOrd="0" presId="urn:microsoft.com/office/officeart/2005/8/layout/vList2"/>
    <dgm:cxn modelId="{299DDE3E-28B6-4ED9-ACEC-3AFFF232F8DC}" srcId="{95C7FFD0-835B-4F0B-B8C1-723D09796137}" destId="{456B2ADA-2D56-4A38-A809-86693BA66880}" srcOrd="5" destOrd="0" parTransId="{29F4138B-DA1A-44C4-B359-934B6AAAB8E2}" sibTransId="{D417527C-697C-4FA6-8EB1-F304BBB362B4}"/>
    <dgm:cxn modelId="{8DC27B50-CF75-4840-9B3F-FBB91C0AE4B4}" type="presOf" srcId="{8B89A892-68DE-46EA-8057-852AB8975DDD}" destId="{EADE88EB-A858-4F6B-85E7-B3B1029CCF3B}" srcOrd="0" destOrd="0" presId="urn:microsoft.com/office/officeart/2005/8/layout/vList2"/>
    <dgm:cxn modelId="{3BA2E358-C6D5-4BA5-BB16-9879D6B323D1}" type="presOf" srcId="{B0A3CB19-02B5-4DEA-8926-E3CDB5A25D2C}" destId="{97C5ACC3-6B7B-4535-93A9-ADF8417BD3D8}" srcOrd="0" destOrd="0" presId="urn:microsoft.com/office/officeart/2005/8/layout/vList2"/>
    <dgm:cxn modelId="{700D35A0-C904-41BF-8D89-7A36A35499D1}" srcId="{95C7FFD0-835B-4F0B-B8C1-723D09796137}" destId="{8B89A892-68DE-46EA-8057-852AB8975DDD}" srcOrd="1" destOrd="0" parTransId="{97CC6B8F-4F41-4498-B90C-684FF04C3620}" sibTransId="{68A7BF3B-664E-4C1A-90FB-64853D81B4D3}"/>
    <dgm:cxn modelId="{0BB458A8-F92E-4FC0-97CE-B3BEEB22B94C}" srcId="{95C7FFD0-835B-4F0B-B8C1-723D09796137}" destId="{051D23F6-57C5-4E1D-A25E-1CC663B1DA25}" srcOrd="2" destOrd="0" parTransId="{33E49754-265D-4E7B-92E1-52B1613EF2C3}" sibTransId="{92646D48-023A-40D7-BC5F-F4D64B7CE065}"/>
    <dgm:cxn modelId="{004387BF-DF7B-49C6-A528-7735C1DD92AD}" type="presOf" srcId="{07130BCD-11AD-4ED7-9D96-FE2EED5C09A6}" destId="{7391DAFD-8097-4394-971E-E3947BB8B865}" srcOrd="0" destOrd="0" presId="urn:microsoft.com/office/officeart/2005/8/layout/vList2"/>
    <dgm:cxn modelId="{26F005E3-BAAA-41A0-9A28-D15844A04F68}" type="presOf" srcId="{9684980C-DA6F-4D5C-BF14-9F8E973DD607}" destId="{A5C5F9B2-24F7-4E4A-9DBF-60F29BDA2C41}" srcOrd="0" destOrd="0" presId="urn:microsoft.com/office/officeart/2005/8/layout/vList2"/>
    <dgm:cxn modelId="{909B06FD-A8EA-4172-B34C-C45B01BA48B9}" srcId="{95C7FFD0-835B-4F0B-B8C1-723D09796137}" destId="{9684980C-DA6F-4D5C-BF14-9F8E973DD607}" srcOrd="0" destOrd="0" parTransId="{774FB741-D9EF-48CB-8F15-79017F5FDB9E}" sibTransId="{BC1B2911-3681-49BB-A555-056CE842755E}"/>
    <dgm:cxn modelId="{B7100795-94AC-4B3E-AF43-E99F999969D8}" type="presParOf" srcId="{210A3967-EEFC-481A-9C8E-160AD6B501BA}" destId="{A5C5F9B2-24F7-4E4A-9DBF-60F29BDA2C41}" srcOrd="0" destOrd="0" presId="urn:microsoft.com/office/officeart/2005/8/layout/vList2"/>
    <dgm:cxn modelId="{511E2BB3-6585-4F88-9E8B-D1DDF1A62717}" type="presParOf" srcId="{210A3967-EEFC-481A-9C8E-160AD6B501BA}" destId="{E4629773-6E8B-45AF-9652-BB3CE2CE2E8F}" srcOrd="1" destOrd="0" presId="urn:microsoft.com/office/officeart/2005/8/layout/vList2"/>
    <dgm:cxn modelId="{B6C6D21A-A28A-46D3-BD88-163105DDBC5F}" type="presParOf" srcId="{210A3967-EEFC-481A-9C8E-160AD6B501BA}" destId="{EADE88EB-A858-4F6B-85E7-B3B1029CCF3B}" srcOrd="2" destOrd="0" presId="urn:microsoft.com/office/officeart/2005/8/layout/vList2"/>
    <dgm:cxn modelId="{7139E9FD-688B-4D7C-B581-F88F499A9B5F}" type="presParOf" srcId="{210A3967-EEFC-481A-9C8E-160AD6B501BA}" destId="{3A776282-4351-49A6-992E-F873E0316EE6}" srcOrd="3" destOrd="0" presId="urn:microsoft.com/office/officeart/2005/8/layout/vList2"/>
    <dgm:cxn modelId="{DB2279D0-F8C7-4AED-AE74-B804AAB1FB37}" type="presParOf" srcId="{210A3967-EEFC-481A-9C8E-160AD6B501BA}" destId="{59B5270B-0B0E-4F26-8971-B98AB351BAD6}" srcOrd="4" destOrd="0" presId="urn:microsoft.com/office/officeart/2005/8/layout/vList2"/>
    <dgm:cxn modelId="{34E0C775-CEA0-49A1-B77A-BCEECEC0C10D}" type="presParOf" srcId="{210A3967-EEFC-481A-9C8E-160AD6B501BA}" destId="{E35D768E-0129-4EE0-BB56-59A4EE8EFE76}" srcOrd="5" destOrd="0" presId="urn:microsoft.com/office/officeart/2005/8/layout/vList2"/>
    <dgm:cxn modelId="{A49FF79A-020B-43B9-AF04-446D051EB12F}" type="presParOf" srcId="{210A3967-EEFC-481A-9C8E-160AD6B501BA}" destId="{7391DAFD-8097-4394-971E-E3947BB8B865}" srcOrd="6" destOrd="0" presId="urn:microsoft.com/office/officeart/2005/8/layout/vList2"/>
    <dgm:cxn modelId="{9C185C7F-0D55-408B-93ED-03C3C33F5E7E}" type="presParOf" srcId="{210A3967-EEFC-481A-9C8E-160AD6B501BA}" destId="{A922BDFE-D27F-4895-815F-C6BC9AD778F3}" srcOrd="7" destOrd="0" presId="urn:microsoft.com/office/officeart/2005/8/layout/vList2"/>
    <dgm:cxn modelId="{B45AFAA9-6633-427A-9FC4-279BF276D77B}" type="presParOf" srcId="{210A3967-EEFC-481A-9C8E-160AD6B501BA}" destId="{97C5ACC3-6B7B-4535-93A9-ADF8417BD3D8}" srcOrd="8" destOrd="0" presId="urn:microsoft.com/office/officeart/2005/8/layout/vList2"/>
    <dgm:cxn modelId="{E9150058-3CE2-4687-B055-B8C9708B585C}" type="presParOf" srcId="{210A3967-EEFC-481A-9C8E-160AD6B501BA}" destId="{EB7A4ADF-75E9-44C7-B890-5F6D9A6EBB76}" srcOrd="9" destOrd="0" presId="urn:microsoft.com/office/officeart/2005/8/layout/vList2"/>
    <dgm:cxn modelId="{59628C7E-9E4F-4DC2-A9B0-99854C6EC6D3}" type="presParOf" srcId="{210A3967-EEFC-481A-9C8E-160AD6B501BA}" destId="{15E6F452-2159-44F5-AA60-7D4AF0D0BDE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C5F9B2-24F7-4E4A-9DBF-60F29BDA2C41}">
      <dsp:nvSpPr>
        <dsp:cNvPr id="0" name=""/>
        <dsp:cNvSpPr/>
      </dsp:nvSpPr>
      <dsp:spPr>
        <a:xfrm>
          <a:off x="0" y="115488"/>
          <a:ext cx="6253721" cy="75859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Implémenter BD ou Sérialisation</a:t>
          </a:r>
          <a:endParaRPr lang="en-US" sz="1900" kern="1200"/>
        </a:p>
      </dsp:txBody>
      <dsp:txXfrm>
        <a:off x="37032" y="152520"/>
        <a:ext cx="6179657" cy="684534"/>
      </dsp:txXfrm>
    </dsp:sp>
    <dsp:sp modelId="{EADE88EB-A858-4F6B-85E7-B3B1029CCF3B}">
      <dsp:nvSpPr>
        <dsp:cNvPr id="0" name=""/>
        <dsp:cNvSpPr/>
      </dsp:nvSpPr>
      <dsp:spPr>
        <a:xfrm>
          <a:off x="0" y="928807"/>
          <a:ext cx="6253721" cy="758598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Mise en place d’une fabrique pour carteTache en fonction des vues</a:t>
          </a:r>
          <a:endParaRPr lang="en-US" sz="1900" kern="1200"/>
        </a:p>
      </dsp:txBody>
      <dsp:txXfrm>
        <a:off x="37032" y="965839"/>
        <a:ext cx="6179657" cy="684534"/>
      </dsp:txXfrm>
    </dsp:sp>
    <dsp:sp modelId="{59B5270B-0B0E-4F26-8971-B98AB351BAD6}">
      <dsp:nvSpPr>
        <dsp:cNvPr id="0" name=""/>
        <dsp:cNvSpPr/>
      </dsp:nvSpPr>
      <dsp:spPr>
        <a:xfrm>
          <a:off x="0" y="1742126"/>
          <a:ext cx="6253721" cy="758598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Affiche détail d’une tâche</a:t>
          </a:r>
          <a:endParaRPr lang="en-US" sz="1900" kern="1200"/>
        </a:p>
      </dsp:txBody>
      <dsp:txXfrm>
        <a:off x="37032" y="1779158"/>
        <a:ext cx="6179657" cy="684534"/>
      </dsp:txXfrm>
    </dsp:sp>
    <dsp:sp modelId="{7391DAFD-8097-4394-971E-E3947BB8B865}">
      <dsp:nvSpPr>
        <dsp:cNvPr id="0" name=""/>
        <dsp:cNvSpPr/>
      </dsp:nvSpPr>
      <dsp:spPr>
        <a:xfrm>
          <a:off x="0" y="2555445"/>
          <a:ext cx="6253721" cy="758598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Lancement de l’application</a:t>
          </a:r>
          <a:endParaRPr lang="en-US" sz="1900" kern="1200"/>
        </a:p>
      </dsp:txBody>
      <dsp:txXfrm>
        <a:off x="37032" y="2592477"/>
        <a:ext cx="6179657" cy="684534"/>
      </dsp:txXfrm>
    </dsp:sp>
    <dsp:sp modelId="{97C5ACC3-6B7B-4535-93A9-ADF8417BD3D8}">
      <dsp:nvSpPr>
        <dsp:cNvPr id="0" name=""/>
        <dsp:cNvSpPr/>
      </dsp:nvSpPr>
      <dsp:spPr>
        <a:xfrm>
          <a:off x="0" y="3368763"/>
          <a:ext cx="6253721" cy="758598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gestion des dates</a:t>
          </a:r>
          <a:endParaRPr lang="en-US" sz="1900" kern="1200"/>
        </a:p>
      </dsp:txBody>
      <dsp:txXfrm>
        <a:off x="37032" y="3405795"/>
        <a:ext cx="6179657" cy="684534"/>
      </dsp:txXfrm>
    </dsp:sp>
    <dsp:sp modelId="{15E6F452-2159-44F5-AA60-7D4AF0D0BDE8}">
      <dsp:nvSpPr>
        <dsp:cNvPr id="0" name=""/>
        <dsp:cNvSpPr/>
      </dsp:nvSpPr>
      <dsp:spPr>
        <a:xfrm>
          <a:off x="0" y="4182082"/>
          <a:ext cx="6253721" cy="75859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/>
            <a:t>Gestion des dépendances</a:t>
          </a:r>
          <a:endParaRPr lang="en-US" sz="1900" kern="1200"/>
        </a:p>
      </dsp:txBody>
      <dsp:txXfrm>
        <a:off x="37032" y="4219114"/>
        <a:ext cx="6179657" cy="684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3D4F6-27CE-E78B-F83C-B89419125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0A10F7-6A5E-9BEA-F4A2-12CFF3034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C1A2FF-1AF5-11F4-4CA1-0E727848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9E1D23-3D8F-2F77-FC03-40270BB31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7F16DA-B148-0A52-579D-127A6AE2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325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32DA25-3D99-FDDA-0CC1-10181BDFC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209B40-BF80-6821-7483-66F25A88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FABB9F-7A02-4F1B-D36A-513A41C5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BD4777-19B6-002C-B980-720E1699E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50BD33-4D09-D1EE-654E-696FF14D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32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3E38C-0180-4107-4B70-81CD4DC2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44D2160-8564-6CA9-CA82-CD8DEABBF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5863A-01E1-9862-7385-84828A1E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606A74-CF42-84CB-AF3D-4291A122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3D8829-CB34-B369-9079-9CF778003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95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07EF84-FA01-5E40-E09E-16A788176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23698-54B0-2E8D-99C0-80232EDED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876F0D8-27DE-4647-3B08-BD60D3941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08D68-D031-1232-576B-2C440650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859F1F-0642-99AF-C7FE-66FC8A8D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F7DE09-3364-6DE0-67D0-1387A403E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842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82318-9FC0-D179-DD68-49EE86C4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B337B-EF55-F1E0-51D7-1837694AC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623C48-FD40-52EC-54CA-451821328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D034AFE-8BFA-E777-18BE-3DC4E778D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B1B1C23-EA93-7396-1C69-D1540997D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830A45F-D065-50E8-5479-7E9FF43DC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8C207C2-33C3-36BA-A72C-D566B01C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B035036-79A0-B42A-0948-0C6D53FF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836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264CD7-E91E-BBC5-2023-B79543E1C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0AC6308-622C-4AEA-36BA-9D0FBD9A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D224B5-015E-C295-D07F-AE4CD0C9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44A6EA-6DC3-8545-745D-E949296C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70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50C1A81-9241-E1E9-8F94-838DF0C7E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4A5A82-FF25-BB70-4E4F-850DBB3F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3F10D0-8943-1894-DB0C-2A1070D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78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287901-AB61-1D87-75B1-29B04612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6B51F9-2305-6691-518B-BB3AFD4E4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FCC5BA-D1C7-FD11-024A-CC1C59404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46DDA8-9174-450B-F73C-4B58A393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6DB1DF-5427-3FAE-D0C2-0DB3E029C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1BA305-E166-3F04-1D4F-CCC94685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3751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CA8CF1-7D87-511F-8993-8BAD0EA95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18DE4B9-10A9-7AA2-3536-E4584847D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A0B5DD-0F31-E04D-C5FA-948AF1B3A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CFA58F-D66C-9D27-6ABC-7CBF7DF1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7DDCF2-9FB4-8E52-5C4E-46631B79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44574C-9AF1-17F4-F85D-30532921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97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0CF712-8D6A-6D35-7170-D57DD5B22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09B127-5687-B781-83B4-8DF7D7CB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16ED4E-E7D2-C9B2-A123-922F87CEB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18E646-AE23-066E-FD90-04CD1B1B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4BAE4E-AE5D-E0B3-C652-8F6CF921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18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B4385BA-60A6-88EB-A4B2-DEBB6DB63F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4EFCB3-4C2B-EBB7-2E56-4D83BD01A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938F96-868C-2687-0540-5E7BBFE1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3DE945-73B2-4C3D-22E4-07928497E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754DA1-F937-81F9-94E3-BAC26C4D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8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AA90EC9-36A8-68BA-7BAE-CF34FF53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E930B7-CB28-3750-5336-0F184BC07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DD771E-B3B9-33C7-81CA-753F57DF6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A5DA0-9636-496D-81F1-C0D337E66795}" type="datetimeFigureOut">
              <a:rPr lang="fr-FR" smtClean="0"/>
              <a:t>15/12/2025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A2097C-C571-7BF4-D220-B856FC717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ADFCC9-7BE3-3716-BBEF-73E560CA3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4ACAE-FA6F-46ED-89D6-CEE2779F814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86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8F457A82-48B6-397E-A754-88FBBB58D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fr-FR" sz="7200">
                <a:solidFill>
                  <a:schemeClr val="bg1"/>
                </a:solidFill>
              </a:rPr>
              <a:t>Soutenance Itération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E81CD26-6E8B-18A3-D650-E5C9CC635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fr-FR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44712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9EE4D46-D9E6-80A4-0349-7866B564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49" b="756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3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16B706-6854-1F2E-3476-B6610167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Fonctionnalités CU Implémentées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C814E3-EFB0-071B-9C85-C1574AD13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fr-FR" dirty="0"/>
              <a:t>Création d’une tâche</a:t>
            </a:r>
          </a:p>
          <a:p>
            <a:pPr fontAlgn="base"/>
            <a:r>
              <a:rPr lang="fr-FR" dirty="0"/>
              <a:t>Suppression d’une tâche</a:t>
            </a:r>
          </a:p>
          <a:p>
            <a:pPr fontAlgn="base"/>
            <a:r>
              <a:rPr lang="fr-FR" dirty="0"/>
              <a:t>Lecture d’une tâche</a:t>
            </a:r>
          </a:p>
          <a:p>
            <a:pPr fontAlgn="base"/>
            <a:r>
              <a:rPr lang="fr-FR" dirty="0"/>
              <a:t>Existences de sous-tâches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876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0BF8F9DD-C4D0-1A9E-7B9D-5770E731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62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49DEFC-C4B8-B6B5-78CF-A4B4E354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Diagramme Actuelle :</a:t>
            </a:r>
          </a:p>
        </p:txBody>
      </p:sp>
    </p:spTree>
    <p:extLst>
      <p:ext uri="{BB962C8B-B14F-4D97-AF65-F5344CB8AC3E}">
        <p14:creationId xmlns:p14="http://schemas.microsoft.com/office/powerpoint/2010/main" val="364661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C94DCD-5DAE-5943-CE09-4CB5E9D61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" r="12010" b="2"/>
          <a:stretch>
            <a:fillRect/>
          </a:stretch>
        </p:blipFill>
        <p:spPr bwMode="auto">
          <a:xfrm>
            <a:off x="178136" y="166889"/>
            <a:ext cx="6806703" cy="262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1C8FF27-C186-48A1-A555-0A8BB4506595}"/>
              </a:ext>
            </a:extLst>
          </p:cNvPr>
          <p:cNvSpPr txBox="1"/>
          <p:nvPr/>
        </p:nvSpPr>
        <p:spPr>
          <a:xfrm>
            <a:off x="835155" y="3526300"/>
            <a:ext cx="3986155" cy="25884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Esquisse Visuel Tâche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A26418E-7A6E-26AF-ED02-ED8279DC2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58"/>
          <a:stretch>
            <a:fillRect/>
          </a:stretch>
        </p:blipFill>
        <p:spPr bwMode="auto">
          <a:xfrm>
            <a:off x="5186554" y="2956875"/>
            <a:ext cx="6806703" cy="335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24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8D74BAF0-9DC3-3BDE-A2CD-C54B3E17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Prévus pour Itération 2 :</a:t>
            </a:r>
          </a:p>
        </p:txBody>
      </p:sp>
    </p:spTree>
    <p:extLst>
      <p:ext uri="{BB962C8B-B14F-4D97-AF65-F5344CB8AC3E}">
        <p14:creationId xmlns:p14="http://schemas.microsoft.com/office/powerpoint/2010/main" val="84584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ZoneTexte 3">
            <a:extLst>
              <a:ext uri="{FF2B5EF4-FFF2-40B4-BE49-F238E27FC236}">
                <a16:creationId xmlns:a16="http://schemas.microsoft.com/office/drawing/2014/main" id="{D5923530-0370-E991-A912-A1580398F0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5840665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4091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Une image contenant texte, diagramme, Plan, ligne&#10;&#10;Le contenu généré par l’IA peut être incorrect.">
            <a:extLst>
              <a:ext uri="{FF2B5EF4-FFF2-40B4-BE49-F238E27FC236}">
                <a16:creationId xmlns:a16="http://schemas.microsoft.com/office/drawing/2014/main" id="{05049F5E-DDE4-30B2-57B9-E3A040C5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57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1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 4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5D7E221C-28A9-5523-58D8-41DB402C0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1" r="1429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388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ésentation1" id="{E570DFF0-734A-408F-A5C6-1DD6E8F11CEE}" vid="{65C19184-824C-43FF-AB16-E1C82C156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Soutenance Itération</Template>
  <TotalTime>16</TotalTime>
  <Words>57</Words>
  <Application>Microsoft Office PowerPoint</Application>
  <PresentationFormat>Grand écran</PresentationFormat>
  <Paragraphs>16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Soutenance Itération</vt:lpstr>
      <vt:lpstr>Présentation PowerPoint</vt:lpstr>
      <vt:lpstr>Fonctionnalités CU Implémentées</vt:lpstr>
      <vt:lpstr>Diagramme Actuelle :</vt:lpstr>
      <vt:lpstr>Présentation PowerPoint</vt:lpstr>
      <vt:lpstr>Prévus pour Itération 2 :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Spath</dc:creator>
  <cp:lastModifiedBy>Leo Bougnoux</cp:lastModifiedBy>
  <cp:revision>2</cp:revision>
  <dcterms:created xsi:type="dcterms:W3CDTF">2025-12-12T08:15:47Z</dcterms:created>
  <dcterms:modified xsi:type="dcterms:W3CDTF">2025-12-15T14:44:29Z</dcterms:modified>
</cp:coreProperties>
</file>